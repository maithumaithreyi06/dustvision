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DUSTVISION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 Intelligent Sandstorm Prediction System Using Machine Learning</a:t>
            </a:r>
            <a:br/>
            <a:br/>
            <a:r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presentation is submitted as a partial fulfillment of the academic requirements.</a:t>
            </a:r>
            <a:br/>
            <a:br/>
            <a:r>
              <a:t>Student Name: __________</a:t>
            </a:r>
            <a:br/>
            <a:r>
              <a:t>Register No: __________</a:t>
            </a:r>
            <a:br/>
            <a:r>
              <a:t>Guide: 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Introduction</a:t>
            </a:r>
            <a:br/>
            <a:r>
              <a:t>• Problem Statement</a:t>
            </a:r>
            <a:br/>
            <a:r>
              <a:t>• Objectives</a:t>
            </a:r>
            <a:br/>
            <a:r>
              <a:t>• Literature Survey</a:t>
            </a:r>
            <a:br/>
            <a:r>
              <a:t>• Existing System</a:t>
            </a:r>
            <a:br/>
            <a:r>
              <a:t>• Proposed System</a:t>
            </a:r>
            <a:br/>
            <a:r>
              <a:t>• Methodology</a:t>
            </a:r>
            <a:br/>
            <a:r>
              <a:t>• Architecture</a:t>
            </a:r>
            <a:br/>
            <a:r>
              <a:t>• Dataset</a:t>
            </a:r>
            <a:br/>
            <a:r>
              <a:t>• Algorithm</a:t>
            </a:r>
            <a:br/>
            <a:r>
              <a:t>• Implementation</a:t>
            </a:r>
            <a:br/>
            <a:r>
              <a:t>• Results</a:t>
            </a:r>
            <a:br/>
            <a:r>
              <a:t>• Advantages</a:t>
            </a:r>
            <a:br/>
            <a:r>
              <a:t>• Future Scope</a:t>
            </a:r>
            <a:br/>
            <a:r>
              <a:t>•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Sandstorms impact transportation, health, and agriculture. AI can help predict such events using environmental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Conventional systems depend on expensive sensors and hardware.</a:t>
            </a:r>
            <a:br/>
            <a:br/>
            <a:r>
              <a:t>Goal: Build a software-only prediction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Predict sandstorms</a:t>
            </a:r>
            <a:br/>
            <a:r>
              <a:t>• Use Machine Learning</a:t>
            </a:r>
            <a:br/>
            <a:r>
              <a:t>• Eliminate sensor dependency</a:t>
            </a:r>
            <a:br/>
            <a:r>
              <a:t>• Provide early warning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Machine Learning techniques such as Decision Trees and Random Forest are widely used for environmental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IoT Sensors → Cloud → Analysis</a:t>
            </a:r>
            <a:br/>
            <a:br/>
            <a:r>
              <a:t>Limitations:</a:t>
            </a:r>
            <a:br/>
            <a:r>
              <a:t>• High Cost</a:t>
            </a:r>
            <a:br/>
            <a:r>
              <a:t>• Hardware Maintenance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Input → Python Program → ML Model → Prediction → Alert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Dataset Collection</a:t>
            </a:r>
            <a:br/>
            <a:r>
              <a:t>2. Data Preprocessing</a:t>
            </a:r>
            <a:br/>
            <a:r>
              <a:t>3. Model Training</a:t>
            </a:r>
            <a:br/>
            <a:r>
              <a:t>4. Prediction</a:t>
            </a:r>
            <a:br/>
            <a:r>
              <a:t>5.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+-----------+</a:t>
            </a:r>
            <a:br/>
            <a:r>
              <a:t>| Dataset   |</a:t>
            </a:r>
            <a:br/>
            <a:r>
              <a:t>+-----------+</a:t>
            </a:r>
            <a:br/>
            <a:r>
              <a:t>      |</a:t>
            </a:r>
            <a:br/>
            <a:r>
              <a:t>      v</a:t>
            </a:r>
            <a:br/>
            <a:r>
              <a:t>+-----------+</a:t>
            </a:r>
            <a:br/>
            <a:r>
              <a:t>| Training  |</a:t>
            </a:r>
            <a:br/>
            <a:r>
              <a:t>+-----------+</a:t>
            </a:r>
            <a:br/>
            <a:r>
              <a:t>      |</a:t>
            </a:r>
            <a:br/>
            <a:r>
              <a:t>      v</a:t>
            </a:r>
            <a:br/>
            <a:r>
              <a:t>+-----------+</a:t>
            </a:r>
            <a:br/>
            <a:r>
              <a:t>| ML Model  |</a:t>
            </a:r>
            <a:br/>
            <a:r>
              <a:t>+-----------+</a:t>
            </a:r>
            <a:br/>
            <a:r>
              <a:t>      |</a:t>
            </a:r>
            <a:br/>
            <a:r>
              <a:t>      v</a:t>
            </a:r>
            <a:br/>
            <a:r>
              <a:t>+-----------+</a:t>
            </a:r>
            <a:br/>
            <a:r>
              <a:t>| Prediction|</a:t>
            </a:r>
            <a:br/>
            <a:r>
              <a:t>+-----------+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Dust, Temperature, Humidity</a:t>
            </a:r>
            <a:br/>
            <a:r>
              <a:t>           ↓</a:t>
            </a:r>
            <a:br/>
            <a:r>
              <a:t>      Python Program</a:t>
            </a:r>
            <a:br/>
            <a:r>
              <a:t>           ↓</a:t>
            </a:r>
            <a:br/>
            <a:r>
              <a:t> Random Forest Model</a:t>
            </a:r>
            <a:br/>
            <a:r>
              <a:t>           ↓</a:t>
            </a:r>
            <a:br/>
            <a:r>
              <a:t>Weather Normal / Sandstorm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Features:</a:t>
            </a:r>
            <a:br/>
            <a:r>
              <a:t>• Dust</a:t>
            </a:r>
            <a:br/>
            <a:r>
              <a:t>• Temperature</a:t>
            </a:r>
            <a:br/>
            <a:r>
              <a:t>• Humidity</a:t>
            </a:r>
            <a:br/>
            <a:br/>
            <a:r>
              <a:t>Target:</a:t>
            </a:r>
            <a:br/>
            <a:r>
              <a:t>Storm (0/1)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 Classifier</a:t>
            </a:r>
            <a:br/>
            <a:br/>
            <a:r>
              <a:t>• Multiple Decision Trees</a:t>
            </a:r>
            <a:br/>
            <a:r>
              <a:t>• Better Accuracy</a:t>
            </a:r>
            <a:br/>
            <a:r>
              <a:t>• Reduced Overfitting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Tools Used:</a:t>
            </a:r>
            <a:br/>
            <a:r>
              <a:t>• Python</a:t>
            </a:r>
            <a:br/>
            <a:r>
              <a:t>• VS Code</a:t>
            </a:r>
            <a:br/>
            <a:r>
              <a:t>• Pandas</a:t>
            </a:r>
            <a:br/>
            <a:r>
              <a:t>• Scikit-learn</a:t>
            </a:r>
            <a:br/>
            <a:r>
              <a:t>• Joblib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Sample Input:</a:t>
            </a:r>
            <a:br/>
            <a:r>
              <a:t>Dust=120</a:t>
            </a:r>
            <a:br/>
            <a:r>
              <a:t>Temperature=38</a:t>
            </a:r>
            <a:br/>
            <a:r>
              <a:t>Humidity=30</a:t>
            </a:r>
            <a:br/>
            <a:br/>
            <a:r>
              <a:t>Output:</a:t>
            </a:r>
            <a:br/>
            <a:r>
              <a:t>Sandstorm Likely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Low Cost</a:t>
            </a:r>
            <a:br/>
            <a:r>
              <a:t>• No Sensors Required</a:t>
            </a:r>
            <a:br/>
            <a:r>
              <a:t>• Easy Implementation</a:t>
            </a:r>
            <a:br/>
            <a:r>
              <a:t>• Scalable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IoT Integration</a:t>
            </a:r>
            <a:br/>
            <a:r>
              <a:t>• Weather API</a:t>
            </a:r>
            <a:br/>
            <a:r>
              <a:t>• Mobile App</a:t>
            </a:r>
            <a:br/>
            <a:r>
              <a:t>• Cloud Dashboard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DustVision AI demonstrates a simple and practical ML solution for environmental prediction.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