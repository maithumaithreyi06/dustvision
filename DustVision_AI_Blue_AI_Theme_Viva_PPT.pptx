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D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09728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DUSTVISION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DCE6FA"/>
                </a:solidFill>
              </a:defRPr>
            </a:pPr>
            <a:r>
              <a:t>An Intelligent Sandstorm Prediction System Using Machine Learning</a:t>
            </a:r>
            <a:br/>
            <a:br/>
            <a:r>
              <a:t>Blue AI-Themed Final Year Project Viva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82880"/>
            <a:ext cx="8229600" cy="640080"/>
          </a:xfrm>
          <a:prstGeom prst="roundRect">
            <a:avLst/>
          </a:prstGeom>
          <a:solidFill>
            <a:srgbClr val="14468C"/>
          </a:solidFill>
          <a:ln>
            <a:solidFill>
              <a:srgbClr val="144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Certificate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5895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E1E1E"/>
                </a:solidFill>
              </a:defRPr>
            </a:pPr>
            <a:r>
              <a:t>• Submitted in partial fulfillment of the degree requirements.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• Project: DustVision AI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• Student Name: __________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• Guide: __________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82880"/>
            <a:ext cx="8229600" cy="640080"/>
          </a:xfrm>
          <a:prstGeom prst="roundRect">
            <a:avLst/>
          </a:prstGeom>
          <a:solidFill>
            <a:srgbClr val="14468C"/>
          </a:solidFill>
          <a:ln>
            <a:solidFill>
              <a:srgbClr val="144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5895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E1E1E"/>
                </a:solidFill>
              </a:defRPr>
            </a:pPr>
            <a:r>
              <a:t>• Introduction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• Problem Statement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• Objectives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• Methodology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• Architecture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• Dataset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• Algorithm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• Results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• Future Scope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82880"/>
            <a:ext cx="8229600" cy="640080"/>
          </a:xfrm>
          <a:prstGeom prst="roundRect">
            <a:avLst/>
          </a:prstGeom>
          <a:solidFill>
            <a:srgbClr val="14468C"/>
          </a:solidFill>
          <a:ln>
            <a:solidFill>
              <a:srgbClr val="144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5895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E1E1E"/>
                </a:solidFill>
              </a:defRPr>
            </a:pPr>
            <a:r>
              <a:t>• AI can improve environmental prediction.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• Sandstorms affect health, transport and agriculture.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82880"/>
            <a:ext cx="8229600" cy="640080"/>
          </a:xfrm>
          <a:prstGeom prst="roundRect">
            <a:avLst/>
          </a:prstGeom>
          <a:solidFill>
            <a:srgbClr val="14468C"/>
          </a:solidFill>
          <a:ln>
            <a:solidFill>
              <a:srgbClr val="144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5895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E1E1E"/>
                </a:solidFill>
              </a:defRPr>
            </a:pPr>
            <a:r>
              <a:t>• Existing systems require expensive sensors.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• Need a low-cost Python-only solution.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82880"/>
            <a:ext cx="8229600" cy="640080"/>
          </a:xfrm>
          <a:prstGeom prst="roundRect">
            <a:avLst/>
          </a:prstGeom>
          <a:solidFill>
            <a:srgbClr val="14468C"/>
          </a:solidFill>
          <a:ln>
            <a:solidFill>
              <a:srgbClr val="144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5895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E1E1E"/>
                </a:solidFill>
              </a:defRPr>
            </a:pPr>
            <a:r>
              <a:t>• Predict sandstorm likelihood.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• Use Machine Learning.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• Provide early warning support.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82880"/>
            <a:ext cx="8229600" cy="640080"/>
          </a:xfrm>
          <a:prstGeom prst="roundRect">
            <a:avLst/>
          </a:prstGeom>
          <a:solidFill>
            <a:srgbClr val="14468C"/>
          </a:solidFill>
          <a:ln>
            <a:solidFill>
              <a:srgbClr val="144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Literature Survey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5895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E1E1E"/>
                </a:solidFill>
              </a:defRPr>
            </a:pPr>
            <a:r>
              <a:t>• Weather prediction using ML.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• Random Forest offers strong classification performance.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82880"/>
            <a:ext cx="8229600" cy="640080"/>
          </a:xfrm>
          <a:prstGeom prst="roundRect">
            <a:avLst/>
          </a:prstGeom>
          <a:solidFill>
            <a:srgbClr val="14468C"/>
          </a:solidFill>
          <a:ln>
            <a:solidFill>
              <a:srgbClr val="144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Existing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5895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E1E1E"/>
                </a:solidFill>
              </a:defRPr>
            </a:pPr>
            <a:r>
              <a:t>• IoT Sensors → Cloud → Analysis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• Higher installation and maintenance cost.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82880"/>
            <a:ext cx="8229600" cy="640080"/>
          </a:xfrm>
          <a:prstGeom prst="roundRect">
            <a:avLst/>
          </a:prstGeom>
          <a:solidFill>
            <a:srgbClr val="14468C"/>
          </a:solidFill>
          <a:ln>
            <a:solidFill>
              <a:srgbClr val="144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Proposed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5895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E1E1E"/>
                </a:solidFill>
              </a:defRPr>
            </a:pPr>
            <a:r>
              <a:t>• User Input → Python → ML Model → Prediction → Alert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82880"/>
            <a:ext cx="8229600" cy="640080"/>
          </a:xfrm>
          <a:prstGeom prst="roundRect">
            <a:avLst/>
          </a:prstGeom>
          <a:solidFill>
            <a:srgbClr val="14468C"/>
          </a:solidFill>
          <a:ln>
            <a:solidFill>
              <a:srgbClr val="144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5895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E1E1E"/>
                </a:solidFill>
              </a:defRPr>
            </a:pPr>
            <a:r>
              <a:t>• Dataset Collection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• Data Preprocessing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• Model Training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• Prediction Generation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82880"/>
            <a:ext cx="8229600" cy="640080"/>
          </a:xfrm>
          <a:prstGeom prst="roundRect">
            <a:avLst/>
          </a:prstGeom>
          <a:solidFill>
            <a:srgbClr val="14468C"/>
          </a:solidFill>
          <a:ln>
            <a:solidFill>
              <a:srgbClr val="144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Smart Flow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5895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E1E1E"/>
                </a:solidFill>
              </a:defRPr>
            </a:pPr>
            <a:r>
              <a:t>• Dataset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•       ↓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• Machine Learning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•       ↓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• Prediction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•       ↓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• Weather Normal / Sandstorm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82880"/>
            <a:ext cx="8229600" cy="640080"/>
          </a:xfrm>
          <a:prstGeom prst="roundRect">
            <a:avLst/>
          </a:prstGeom>
          <a:solidFill>
            <a:srgbClr val="14468C"/>
          </a:solidFill>
          <a:ln>
            <a:solidFill>
              <a:srgbClr val="144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5895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E1E1E"/>
                </a:solidFill>
              </a:defRPr>
            </a:pPr>
            <a:r>
              <a:t>• Dust + Temperature + Humidity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•             ↓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•       Python Application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•             ↓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•    Random Forest Model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•             ↓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•       Final Prediction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82880"/>
            <a:ext cx="8229600" cy="640080"/>
          </a:xfrm>
          <a:prstGeom prst="roundRect">
            <a:avLst/>
          </a:prstGeom>
          <a:solidFill>
            <a:srgbClr val="14468C"/>
          </a:solidFill>
          <a:ln>
            <a:solidFill>
              <a:srgbClr val="144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5895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E1E1E"/>
                </a:solidFill>
              </a:defRPr>
            </a:pPr>
            <a:r>
              <a:t>• Features: Dust, Temperature, Humidity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• Target: Storm (0/1)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82880"/>
            <a:ext cx="8229600" cy="640080"/>
          </a:xfrm>
          <a:prstGeom prst="roundRect">
            <a:avLst/>
          </a:prstGeom>
          <a:solidFill>
            <a:srgbClr val="14468C"/>
          </a:solidFill>
          <a:ln>
            <a:solidFill>
              <a:srgbClr val="144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Algorithm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5895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E1E1E"/>
                </a:solidFill>
              </a:defRPr>
            </a:pPr>
            <a:r>
              <a:t>• Random Forest Classifier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• Multiple decision trees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• Improved accuracy and reduced overfitting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82880"/>
            <a:ext cx="8229600" cy="640080"/>
          </a:xfrm>
          <a:prstGeom prst="roundRect">
            <a:avLst/>
          </a:prstGeom>
          <a:solidFill>
            <a:srgbClr val="14468C"/>
          </a:solidFill>
          <a:ln>
            <a:solidFill>
              <a:srgbClr val="144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5895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E1E1E"/>
                </a:solidFill>
              </a:defRPr>
            </a:pPr>
            <a:r>
              <a:t>• Python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• Pandas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• Scikit-learn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• Joblib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• VS Code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82880"/>
            <a:ext cx="8229600" cy="640080"/>
          </a:xfrm>
          <a:prstGeom prst="roundRect">
            <a:avLst/>
          </a:prstGeom>
          <a:solidFill>
            <a:srgbClr val="14468C"/>
          </a:solidFill>
          <a:ln>
            <a:solidFill>
              <a:srgbClr val="144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5895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E1E1E"/>
                </a:solidFill>
              </a:defRPr>
            </a:pPr>
            <a:r>
              <a:t>• Sample Input: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• Dust=120, Temp=38, Humidity=30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• Output: Sandstorm Likely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82880"/>
            <a:ext cx="8229600" cy="640080"/>
          </a:xfrm>
          <a:prstGeom prst="roundRect">
            <a:avLst/>
          </a:prstGeom>
          <a:solidFill>
            <a:srgbClr val="14468C"/>
          </a:solidFill>
          <a:ln>
            <a:solidFill>
              <a:srgbClr val="144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Advantages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5895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E1E1E"/>
                </a:solidFill>
              </a:defRPr>
            </a:pPr>
            <a:r>
              <a:t>• No hardware required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• Low cost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• Easy deployment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• Future IoT integration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82880"/>
            <a:ext cx="8229600" cy="640080"/>
          </a:xfrm>
          <a:prstGeom prst="roundRect">
            <a:avLst/>
          </a:prstGeom>
          <a:solidFill>
            <a:srgbClr val="14468C"/>
          </a:solidFill>
          <a:ln>
            <a:solidFill>
              <a:srgbClr val="144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5895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E1E1E"/>
                </a:solidFill>
              </a:defRPr>
            </a:pPr>
            <a:r>
              <a:t>• Weather APIs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• Cloud Dashboard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• Mobile Alerts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• Real-time Sensors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82880"/>
            <a:ext cx="8229600" cy="640080"/>
          </a:xfrm>
          <a:prstGeom prst="roundRect">
            <a:avLst/>
          </a:prstGeom>
          <a:solidFill>
            <a:srgbClr val="14468C"/>
          </a:solidFill>
          <a:ln>
            <a:solidFill>
              <a:srgbClr val="144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5895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E1E1E"/>
                </a:solidFill>
              </a:defRPr>
            </a:pPr>
            <a:r>
              <a:t>• DustVision AI demonstrates a practical AI-based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• environmental prediction system.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82880"/>
            <a:ext cx="8229600" cy="640080"/>
          </a:xfrm>
          <a:prstGeom prst="roundRect">
            <a:avLst/>
          </a:prstGeom>
          <a:solidFill>
            <a:srgbClr val="14468C"/>
          </a:solidFill>
          <a:ln>
            <a:solidFill>
              <a:srgbClr val="144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5895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E1E1E"/>
                </a:solidFill>
              </a:defRPr>
            </a:pPr>
            <a:r>
              <a:t>• Questions &amp; Answers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